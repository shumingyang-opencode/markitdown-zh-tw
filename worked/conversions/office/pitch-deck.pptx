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MarkItDown 簡報範例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示範 PowerPoint 轉 Markdown</a:t>
            </a:r>
          </a:p>
          <a:p>
            <a:r>
              <a:t>作者：markitdown-zh-tw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為什麼用 Markdown？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對 LLM 友善</a:t>
            </a:r>
          </a:p>
          <a:p>
            <a:r>
              <a:t>token 效率高</a:t>
            </a:r>
          </a:p>
          <a:p>
            <a:r>
              <a:t>保留文件結構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支援格式一覽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狀態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